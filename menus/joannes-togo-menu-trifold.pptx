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5C9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2C7E9D-C090-4DD0-AB89-4664E558D019}" v="8" dt="2026-02-09T20:24:55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1291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L Selby" userId="323bcfef75d7aa85" providerId="LiveId" clId="{AAFBDDD9-74F7-4C65-90F2-68E899B8AC0A}"/>
    <pc:docChg chg="undo custSel modSld">
      <pc:chgData name="Joseph L Selby" userId="323bcfef75d7aa85" providerId="LiveId" clId="{AAFBDDD9-74F7-4C65-90F2-68E899B8AC0A}" dt="2026-02-09T20:26:46.234" v="40" actId="14100"/>
      <pc:docMkLst>
        <pc:docMk/>
      </pc:docMkLst>
      <pc:sldChg chg="modSp mod">
        <pc:chgData name="Joseph L Selby" userId="323bcfef75d7aa85" providerId="LiveId" clId="{AAFBDDD9-74F7-4C65-90F2-68E899B8AC0A}" dt="2026-02-09T20:24:55.464" v="15" actId="1038"/>
        <pc:sldMkLst>
          <pc:docMk/>
          <pc:sldMk cId="2087711703" sldId="257"/>
        </pc:sldMkLst>
        <pc:spChg chg="mod">
          <ac:chgData name="Joseph L Selby" userId="323bcfef75d7aa85" providerId="LiveId" clId="{AAFBDDD9-74F7-4C65-90F2-68E899B8AC0A}" dt="2026-02-09T20:24:55.464" v="15" actId="1038"/>
          <ac:spMkLst>
            <pc:docMk/>
            <pc:sldMk cId="2087711703" sldId="257"/>
            <ac:spMk id="8" creationId="{B92C8BBC-9D45-B956-B7EA-4F04FAE11723}"/>
          </ac:spMkLst>
        </pc:spChg>
        <pc:spChg chg="mod">
          <ac:chgData name="Joseph L Selby" userId="323bcfef75d7aa85" providerId="LiveId" clId="{AAFBDDD9-74F7-4C65-90F2-68E899B8AC0A}" dt="2026-02-09T20:24:55.464" v="15" actId="1038"/>
          <ac:spMkLst>
            <pc:docMk/>
            <pc:sldMk cId="2087711703" sldId="257"/>
            <ac:spMk id="12" creationId="{1F702A86-738F-CA91-1042-BDD3ADBF33D1}"/>
          </ac:spMkLst>
        </pc:spChg>
        <pc:spChg chg="mod">
          <ac:chgData name="Joseph L Selby" userId="323bcfef75d7aa85" providerId="LiveId" clId="{AAFBDDD9-74F7-4C65-90F2-68E899B8AC0A}" dt="2026-02-09T20:24:29.317" v="5" actId="14100"/>
          <ac:spMkLst>
            <pc:docMk/>
            <pc:sldMk cId="2087711703" sldId="257"/>
            <ac:spMk id="13" creationId="{40EC58F8-0B8B-DBB1-1A61-D2CCE2DAE089}"/>
          </ac:spMkLst>
        </pc:spChg>
        <pc:spChg chg="mod">
          <ac:chgData name="Joseph L Selby" userId="323bcfef75d7aa85" providerId="LiveId" clId="{AAFBDDD9-74F7-4C65-90F2-68E899B8AC0A}" dt="2026-02-09T20:24:41.112" v="7" actId="14100"/>
          <ac:spMkLst>
            <pc:docMk/>
            <pc:sldMk cId="2087711703" sldId="257"/>
            <ac:spMk id="14" creationId="{FFCD3FBA-73D2-DFA7-D9C3-F454CDE40CB1}"/>
          </ac:spMkLst>
        </pc:spChg>
        <pc:spChg chg="mod">
          <ac:chgData name="Joseph L Selby" userId="323bcfef75d7aa85" providerId="LiveId" clId="{AAFBDDD9-74F7-4C65-90F2-68E899B8AC0A}" dt="2026-02-09T20:24:25.088" v="4" actId="14100"/>
          <ac:spMkLst>
            <pc:docMk/>
            <pc:sldMk cId="2087711703" sldId="257"/>
            <ac:spMk id="16" creationId="{F9696068-8CAA-8DD2-37EF-459D5411717B}"/>
          </ac:spMkLst>
        </pc:spChg>
        <pc:spChg chg="mod">
          <ac:chgData name="Joseph L Selby" userId="323bcfef75d7aa85" providerId="LiveId" clId="{AAFBDDD9-74F7-4C65-90F2-68E899B8AC0A}" dt="2026-02-09T20:24:35.503" v="6" actId="179"/>
          <ac:spMkLst>
            <pc:docMk/>
            <pc:sldMk cId="2087711703" sldId="257"/>
            <ac:spMk id="26" creationId="{F2923AF3-CD78-FC25-D8EE-DA7C1E1F464E}"/>
          </ac:spMkLst>
        </pc:spChg>
        <pc:spChg chg="mod">
          <ac:chgData name="Joseph L Selby" userId="323bcfef75d7aa85" providerId="LiveId" clId="{AAFBDDD9-74F7-4C65-90F2-68E899B8AC0A}" dt="2026-02-09T20:24:55.464" v="15" actId="1038"/>
          <ac:spMkLst>
            <pc:docMk/>
            <pc:sldMk cId="2087711703" sldId="257"/>
            <ac:spMk id="41" creationId="{7DA950FB-74FB-74D7-98E9-EBC4012172CD}"/>
          </ac:spMkLst>
        </pc:spChg>
        <pc:picChg chg="mod">
          <ac:chgData name="Joseph L Selby" userId="323bcfef75d7aa85" providerId="LiveId" clId="{AAFBDDD9-74F7-4C65-90F2-68E899B8AC0A}" dt="2026-02-09T20:24:55.464" v="15" actId="1038"/>
          <ac:picMkLst>
            <pc:docMk/>
            <pc:sldMk cId="2087711703" sldId="257"/>
            <ac:picMk id="10" creationId="{1870B3B0-C591-3769-911F-61EE198DC630}"/>
          </ac:picMkLst>
        </pc:picChg>
        <pc:cxnChg chg="mod">
          <ac:chgData name="Joseph L Selby" userId="323bcfef75d7aa85" providerId="LiveId" clId="{AAFBDDD9-74F7-4C65-90F2-68E899B8AC0A}" dt="2026-02-09T20:24:55.464" v="15" actId="1038"/>
          <ac:cxnSpMkLst>
            <pc:docMk/>
            <pc:sldMk cId="2087711703" sldId="257"/>
            <ac:cxnSpMk id="7" creationId="{2B5AAE10-D98E-B399-0F7B-398C87362539}"/>
          </ac:cxnSpMkLst>
        </pc:cxnChg>
        <pc:cxnChg chg="mod">
          <ac:chgData name="Joseph L Selby" userId="323bcfef75d7aa85" providerId="LiveId" clId="{AAFBDDD9-74F7-4C65-90F2-68E899B8AC0A}" dt="2026-02-09T20:24:55.464" v="15" actId="1038"/>
          <ac:cxnSpMkLst>
            <pc:docMk/>
            <pc:sldMk cId="2087711703" sldId="257"/>
            <ac:cxnSpMk id="11" creationId="{05924E84-91D0-96B4-72CB-2FB65D416B5F}"/>
          </ac:cxnSpMkLst>
        </pc:cxnChg>
      </pc:sldChg>
      <pc:sldChg chg="modSp mod">
        <pc:chgData name="Joseph L Selby" userId="323bcfef75d7aa85" providerId="LiveId" clId="{AAFBDDD9-74F7-4C65-90F2-68E899B8AC0A}" dt="2026-02-09T20:26:46.234" v="40" actId="14100"/>
        <pc:sldMkLst>
          <pc:docMk/>
          <pc:sldMk cId="3627328184" sldId="258"/>
        </pc:sldMkLst>
        <pc:spChg chg="mod">
          <ac:chgData name="Joseph L Selby" userId="323bcfef75d7aa85" providerId="LiveId" clId="{AAFBDDD9-74F7-4C65-90F2-68E899B8AC0A}" dt="2026-02-09T20:25:36.554" v="30" actId="1037"/>
          <ac:spMkLst>
            <pc:docMk/>
            <pc:sldMk cId="3627328184" sldId="258"/>
            <ac:spMk id="2" creationId="{85FA09B3-4343-7BA9-10CE-CAC05EABD7E5}"/>
          </ac:spMkLst>
        </pc:spChg>
        <pc:spChg chg="mod">
          <ac:chgData name="Joseph L Selby" userId="323bcfef75d7aa85" providerId="LiveId" clId="{AAFBDDD9-74F7-4C65-90F2-68E899B8AC0A}" dt="2026-02-09T20:25:36.554" v="30" actId="1037"/>
          <ac:spMkLst>
            <pc:docMk/>
            <pc:sldMk cId="3627328184" sldId="258"/>
            <ac:spMk id="3" creationId="{3C3D8D3C-2428-630A-537B-5C9405891B28}"/>
          </ac:spMkLst>
        </pc:spChg>
        <pc:spChg chg="mod">
          <ac:chgData name="Joseph L Selby" userId="323bcfef75d7aa85" providerId="LiveId" clId="{AAFBDDD9-74F7-4C65-90F2-68E899B8AC0A}" dt="2026-02-09T20:26:46.234" v="40" actId="14100"/>
          <ac:spMkLst>
            <pc:docMk/>
            <pc:sldMk cId="3627328184" sldId="258"/>
            <ac:spMk id="4" creationId="{A4416B3D-CEB9-AFD2-99B9-0366FDA09C7C}"/>
          </ac:spMkLst>
        </pc:spChg>
        <pc:spChg chg="mod">
          <ac:chgData name="Joseph L Selby" userId="323bcfef75d7aa85" providerId="LiveId" clId="{AAFBDDD9-74F7-4C65-90F2-68E899B8AC0A}" dt="2026-02-09T20:26:33.844" v="38" actId="14100"/>
          <ac:spMkLst>
            <pc:docMk/>
            <pc:sldMk cId="3627328184" sldId="258"/>
            <ac:spMk id="8" creationId="{1E433282-6833-247E-F139-9A46C3AD5E5C}"/>
          </ac:spMkLst>
        </pc:spChg>
        <pc:spChg chg="mod">
          <ac:chgData name="Joseph L Selby" userId="323bcfef75d7aa85" providerId="LiveId" clId="{AAFBDDD9-74F7-4C65-90F2-68E899B8AC0A}" dt="2026-02-09T20:26:28.079" v="37" actId="14100"/>
          <ac:spMkLst>
            <pc:docMk/>
            <pc:sldMk cId="3627328184" sldId="258"/>
            <ac:spMk id="10" creationId="{186CD4D4-2638-98D8-12BC-4202FE13297E}"/>
          </ac:spMkLst>
        </pc:spChg>
        <pc:spChg chg="mod">
          <ac:chgData name="Joseph L Selby" userId="323bcfef75d7aa85" providerId="LiveId" clId="{AAFBDDD9-74F7-4C65-90F2-68E899B8AC0A}" dt="2026-02-09T20:25:36.554" v="30" actId="1037"/>
          <ac:spMkLst>
            <pc:docMk/>
            <pc:sldMk cId="3627328184" sldId="258"/>
            <ac:spMk id="14" creationId="{FA848FD4-79B0-D3D8-BA3B-1F8D6C24B74E}"/>
          </ac:spMkLst>
        </pc:spChg>
        <pc:spChg chg="mod">
          <ac:chgData name="Joseph L Selby" userId="323bcfef75d7aa85" providerId="LiveId" clId="{AAFBDDD9-74F7-4C65-90F2-68E899B8AC0A}" dt="2026-02-09T20:25:36.554" v="30" actId="1037"/>
          <ac:spMkLst>
            <pc:docMk/>
            <pc:sldMk cId="3627328184" sldId="258"/>
            <ac:spMk id="15" creationId="{21D754F7-E01E-6BEE-4931-3D3F0DB78574}"/>
          </ac:spMkLst>
        </pc:spChg>
        <pc:spChg chg="mod">
          <ac:chgData name="Joseph L Selby" userId="323bcfef75d7aa85" providerId="LiveId" clId="{AAFBDDD9-74F7-4C65-90F2-68E899B8AC0A}" dt="2026-02-09T20:25:28.172" v="24" actId="1037"/>
          <ac:spMkLst>
            <pc:docMk/>
            <pc:sldMk cId="3627328184" sldId="258"/>
            <ac:spMk id="16" creationId="{DE54490D-D77D-E194-AD34-E2AE95102AA1}"/>
          </ac:spMkLst>
        </pc:spChg>
        <pc:spChg chg="mod">
          <ac:chgData name="Joseph L Selby" userId="323bcfef75d7aa85" providerId="LiveId" clId="{AAFBDDD9-74F7-4C65-90F2-68E899B8AC0A}" dt="2026-02-09T20:25:36.554" v="30" actId="1037"/>
          <ac:spMkLst>
            <pc:docMk/>
            <pc:sldMk cId="3627328184" sldId="258"/>
            <ac:spMk id="17" creationId="{51DC7BBF-82E7-6781-3FBA-070B74B40A2D}"/>
          </ac:spMkLst>
        </pc:spChg>
        <pc:spChg chg="mod">
          <ac:chgData name="Joseph L Selby" userId="323bcfef75d7aa85" providerId="LiveId" clId="{AAFBDDD9-74F7-4C65-90F2-68E899B8AC0A}" dt="2026-02-09T20:25:36.554" v="30" actId="1037"/>
          <ac:spMkLst>
            <pc:docMk/>
            <pc:sldMk cId="3627328184" sldId="258"/>
            <ac:spMk id="18" creationId="{33D353E8-0AE3-7492-D058-7A381321B809}"/>
          </ac:spMkLst>
        </pc:spChg>
        <pc:spChg chg="mod">
          <ac:chgData name="Joseph L Selby" userId="323bcfef75d7aa85" providerId="LiveId" clId="{AAFBDDD9-74F7-4C65-90F2-68E899B8AC0A}" dt="2026-02-09T20:25:36.554" v="30" actId="1037"/>
          <ac:spMkLst>
            <pc:docMk/>
            <pc:sldMk cId="3627328184" sldId="258"/>
            <ac:spMk id="19" creationId="{B229E263-6A1C-5C54-9C38-E403413E9BFE}"/>
          </ac:spMkLst>
        </pc:spChg>
        <pc:spChg chg="mod">
          <ac:chgData name="Joseph L Selby" userId="323bcfef75d7aa85" providerId="LiveId" clId="{AAFBDDD9-74F7-4C65-90F2-68E899B8AC0A}" dt="2026-02-09T20:25:36.554" v="30" actId="1037"/>
          <ac:spMkLst>
            <pc:docMk/>
            <pc:sldMk cId="3627328184" sldId="258"/>
            <ac:spMk id="28" creationId="{4DC06E75-B959-94D3-DD9E-98C4A05FB8D3}"/>
          </ac:spMkLst>
        </pc:spChg>
        <pc:spChg chg="mod">
          <ac:chgData name="Joseph L Selby" userId="323bcfef75d7aa85" providerId="LiveId" clId="{AAFBDDD9-74F7-4C65-90F2-68E899B8AC0A}" dt="2026-02-09T20:25:36.554" v="30" actId="1037"/>
          <ac:spMkLst>
            <pc:docMk/>
            <pc:sldMk cId="3627328184" sldId="258"/>
            <ac:spMk id="29" creationId="{EA7B6CC1-C257-1D8E-0698-151E5253F77C}"/>
          </ac:spMkLst>
        </pc:spChg>
        <pc:spChg chg="mod">
          <ac:chgData name="Joseph L Selby" userId="323bcfef75d7aa85" providerId="LiveId" clId="{AAFBDDD9-74F7-4C65-90F2-68E899B8AC0A}" dt="2026-02-09T20:25:36.554" v="30" actId="1037"/>
          <ac:spMkLst>
            <pc:docMk/>
            <pc:sldMk cId="3627328184" sldId="258"/>
            <ac:spMk id="30" creationId="{BA428939-F1F6-AA8A-6059-DA36A6C68ACA}"/>
          </ac:spMkLst>
        </pc:spChg>
        <pc:spChg chg="mod">
          <ac:chgData name="Joseph L Selby" userId="323bcfef75d7aa85" providerId="LiveId" clId="{AAFBDDD9-74F7-4C65-90F2-68E899B8AC0A}" dt="2026-02-09T20:26:41.765" v="39" actId="179"/>
          <ac:spMkLst>
            <pc:docMk/>
            <pc:sldMk cId="3627328184" sldId="258"/>
            <ac:spMk id="36" creationId="{752D7E9F-99DB-80CB-B979-88D4F187D9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9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48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06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70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76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27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9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7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74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FD3A9-5B2D-46A0-B45A-3A62BD1A5D8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7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FD3A9-5B2D-46A0-B45A-3A62BD1A5D85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F4C17-EC2A-4740-9293-9AFCCFA4E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113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B92C8BBC-9D45-B956-B7EA-4F04FAE11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5624" y="2403368"/>
            <a:ext cx="2489887" cy="1427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i="1" dirty="0">
                <a:solidFill>
                  <a:srgbClr val="EE0000"/>
                </a:solidFill>
                <a:latin typeface="Forte Forward" pitchFamily="2" charset="0"/>
                <a:ea typeface="Aptos" panose="020B0004020202020204" pitchFamily="34" charset="0"/>
                <a:cs typeface="Forte Forward" pitchFamily="2" charset="0"/>
              </a:rPr>
              <a:t>at night</a:t>
            </a:r>
            <a:endParaRPr lang="en-US" altLang="en-US" sz="600" dirty="0">
              <a:solidFill>
                <a:srgbClr val="FF0000"/>
              </a:solidFill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125" dirty="0">
              <a:latin typeface="Bahnschrift SemiBold Condensed" panose="020B0502040204020203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(603) 886-3463</a:t>
            </a:r>
            <a:endParaRPr lang="en-US" altLang="en-US" sz="600" dirty="0">
              <a:latin typeface="Berlin Sans FB Demi" panose="020E0802020502020306" pitchFamily="34" charset="0"/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6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Takeout and Delivery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 PM – 11 PM</a:t>
            </a:r>
            <a:r>
              <a:rPr lang="en-US" altLang="en-US" sz="9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</a:t>
            </a:r>
            <a:r>
              <a:rPr lang="en-US" altLang="en-US" sz="9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Monday – Saturday</a:t>
            </a:r>
            <a:endParaRPr lang="en-US" altLang="en-US" sz="600" b="1" dirty="0">
              <a:latin typeface="Berlin Sans FB Demi" panose="020E0802020502020306" pitchFamily="34" charset="0"/>
              <a:ea typeface="Aptos" panose="020B00040202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5AAE10-D98E-B399-0F7B-398C87362539}"/>
              </a:ext>
            </a:extLst>
          </p:cNvPr>
          <p:cNvCxnSpPr>
            <a:cxnSpLocks/>
          </p:cNvCxnSpPr>
          <p:nvPr/>
        </p:nvCxnSpPr>
        <p:spPr>
          <a:xfrm>
            <a:off x="6525624" y="2809318"/>
            <a:ext cx="2489887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870B3B0-C591-3769-911F-61EE198DC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624" y="91998"/>
            <a:ext cx="2255480" cy="231353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924E84-91D0-96B4-72CB-2FB65D416B5F}"/>
              </a:ext>
            </a:extLst>
          </p:cNvPr>
          <p:cNvCxnSpPr>
            <a:cxnSpLocks/>
          </p:cNvCxnSpPr>
          <p:nvPr/>
        </p:nvCxnSpPr>
        <p:spPr>
          <a:xfrm>
            <a:off x="6593583" y="3947432"/>
            <a:ext cx="2421927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6">
            <a:extLst>
              <a:ext uri="{FF2B5EF4-FFF2-40B4-BE49-F238E27FC236}">
                <a16:creationId xmlns:a16="http://schemas.microsoft.com/office/drawing/2014/main" id="{1F702A86-738F-CA91-1042-BDD3ADBF33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0495" y="4004286"/>
            <a:ext cx="2421927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35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 order at the </a:t>
            </a:r>
            <a:r>
              <a:rPr lang="en-US" altLang="en-US" sz="135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bar</a:t>
            </a:r>
            <a:r>
              <a:rPr lang="en-US" altLang="en-US" sz="135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at</a:t>
            </a:r>
            <a:endParaRPr lang="en-US" altLang="en-US" sz="1350" dirty="0">
              <a:latin typeface="Berlin Sans FB Demi" panose="020E0802020502020306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i="1" dirty="0">
                <a:solidFill>
                  <a:srgbClr val="EE0000"/>
                </a:solidFill>
                <a:latin typeface="Forte Forward" pitchFamily="2" charset="0"/>
                <a:ea typeface="Aptos" panose="020B0004020202020204" pitchFamily="34" charset="0"/>
                <a:cs typeface="Forte Forward" pitchFamily="2" charset="0"/>
              </a:rPr>
              <a:t>The Spot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And we’ll bring it over for you</a:t>
            </a:r>
            <a:endParaRPr lang="en-US" altLang="en-US" sz="1200" b="1" dirty="0">
              <a:latin typeface="Berlin Sans FB Demi" panose="020E0802020502020306" pitchFamily="34" charset="0"/>
              <a:ea typeface="Aptos" panose="020B000402020202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0EC58F8-0B8B-DBB1-1A61-D2CCE2DAE089}"/>
              </a:ext>
            </a:extLst>
          </p:cNvPr>
          <p:cNvSpPr/>
          <p:nvPr/>
        </p:nvSpPr>
        <p:spPr>
          <a:xfrm>
            <a:off x="3319085" y="152399"/>
            <a:ext cx="2590043" cy="457763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CD3FBA-73D2-DFA7-D9C3-F454CDE40CB1}"/>
              </a:ext>
            </a:extLst>
          </p:cNvPr>
          <p:cNvSpPr/>
          <p:nvPr/>
        </p:nvSpPr>
        <p:spPr>
          <a:xfrm>
            <a:off x="3319084" y="5049355"/>
            <a:ext cx="2590044" cy="176912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F2D191-5FCB-0FA9-F1D2-06CF1E70BD70}"/>
              </a:ext>
            </a:extLst>
          </p:cNvPr>
          <p:cNvSpPr/>
          <p:nvPr/>
        </p:nvSpPr>
        <p:spPr>
          <a:xfrm>
            <a:off x="3566471" y="10103"/>
            <a:ext cx="1946189" cy="35003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Sharables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696068-8CAA-8DD2-37EF-459D5411717B}"/>
              </a:ext>
            </a:extLst>
          </p:cNvPr>
          <p:cNvSpPr txBox="1"/>
          <p:nvPr/>
        </p:nvSpPr>
        <p:spPr>
          <a:xfrm>
            <a:off x="3381586" y="384336"/>
            <a:ext cx="2650084" cy="4144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25"/>
              </a:spcAft>
              <a:tabLst>
                <a:tab pos="685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Wings</a:t>
            </a:r>
            <a:r>
              <a:rPr lang="en-US" sz="1350" dirty="0">
                <a:latin typeface="Berlin Sans FB Demi" panose="020E0802020502020306" pitchFamily="34" charset="0"/>
              </a:rPr>
              <a:t>	</a:t>
            </a:r>
            <a:r>
              <a:rPr lang="en-US" sz="1100" i="1" dirty="0"/>
              <a:t>(Bone-In or Boneless)</a:t>
            </a:r>
            <a:endParaRPr lang="en-US" sz="1100" dirty="0"/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900" dirty="0"/>
              <a:t>	</a:t>
            </a:r>
            <a:r>
              <a:rPr lang="en-US" sz="1400" dirty="0"/>
              <a:t>8 pieces</a:t>
            </a:r>
            <a:r>
              <a:rPr lang="en-US" sz="11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12.00</a:t>
            </a:r>
            <a:endParaRPr lang="en-US" sz="11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10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12 pieces</a:t>
            </a:r>
            <a:r>
              <a:rPr lang="en-US" sz="11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  <a:endParaRPr lang="en-US" sz="11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10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16 pieces</a:t>
            </a:r>
            <a:r>
              <a:rPr lang="en-US" sz="11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20.00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 Tenders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900" dirty="0"/>
              <a:t>	</a:t>
            </a:r>
            <a:r>
              <a:rPr lang="en-US" sz="1400" dirty="0"/>
              <a:t>5 pcs</a:t>
            </a:r>
            <a:r>
              <a:rPr lang="en-US" sz="9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90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12 pcs</a:t>
            </a:r>
            <a:r>
              <a:rPr lang="en-US" sz="9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05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16 pcs</a:t>
            </a:r>
            <a:r>
              <a:rPr lang="en-US" sz="9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24.00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Fried Pickles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Mac &amp; Cheese Balls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Mozzarella Sticks</a:t>
            </a:r>
            <a:r>
              <a:rPr lang="en-US" sz="1600" dirty="0"/>
              <a:t>	</a:t>
            </a:r>
            <a:endParaRPr lang="en-US" sz="16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900" dirty="0"/>
              <a:t>	</a:t>
            </a:r>
            <a:r>
              <a:rPr lang="en-US" sz="1400" dirty="0"/>
              <a:t>6 pieces</a:t>
            </a:r>
            <a:r>
              <a:rPr lang="en-US" sz="105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050" dirty="0">
                <a:solidFill>
                  <a:srgbClr val="0070C0"/>
                </a:solidFill>
                <a:latin typeface="Berlin Sans FB Demi" panose="020E0802020502020306" pitchFamily="34" charset="0"/>
              </a:rPr>
              <a:t>	</a:t>
            </a:r>
            <a:r>
              <a:rPr lang="en-US" sz="1400" dirty="0"/>
              <a:t>8 pieces</a:t>
            </a:r>
            <a:r>
              <a:rPr lang="en-US" sz="105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  <a:endParaRPr lang="en-US" sz="16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Potato Skins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12.00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Poutine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12.00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9B29D6-60B7-E68A-DDC2-A846A053C7C1}"/>
              </a:ext>
            </a:extLst>
          </p:cNvPr>
          <p:cNvSpPr txBox="1"/>
          <p:nvPr/>
        </p:nvSpPr>
        <p:spPr>
          <a:xfrm>
            <a:off x="3499133" y="4399511"/>
            <a:ext cx="21896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Fries, brown gravy, &amp; curds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C2C5F87-863A-2B36-6157-9353928EA7B6}"/>
              </a:ext>
            </a:extLst>
          </p:cNvPr>
          <p:cNvSpPr/>
          <p:nvPr/>
        </p:nvSpPr>
        <p:spPr>
          <a:xfrm>
            <a:off x="3582223" y="4883746"/>
            <a:ext cx="1946189" cy="43149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Samplers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Smaller portions of each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923AF3-CD78-FC25-D8EE-DA7C1E1F464E}"/>
              </a:ext>
            </a:extLst>
          </p:cNvPr>
          <p:cNvSpPr txBox="1"/>
          <p:nvPr/>
        </p:nvSpPr>
        <p:spPr>
          <a:xfrm>
            <a:off x="3381586" y="5438781"/>
            <a:ext cx="2650084" cy="1192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4 Way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14.00</a:t>
            </a:r>
          </a:p>
          <a:p>
            <a:pPr>
              <a:spcAft>
                <a:spcPts val="3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5 Way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</a:p>
          <a:p>
            <a:pPr>
              <a:spcAft>
                <a:spcPts val="3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6 Way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18.00</a:t>
            </a:r>
          </a:p>
          <a:p>
            <a:pPr>
              <a:spcAft>
                <a:spcPts val="3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All the Way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20.00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BEA49C-7C4E-0847-E31C-745776119E30}"/>
              </a:ext>
            </a:extLst>
          </p:cNvPr>
          <p:cNvSpPr txBox="1"/>
          <p:nvPr/>
        </p:nvSpPr>
        <p:spPr>
          <a:xfrm>
            <a:off x="3491439" y="6535356"/>
            <a:ext cx="14830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One of each sharable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DC2E4E3-3CF5-7043-84F9-FF5C6DC6CCD0}"/>
              </a:ext>
            </a:extLst>
          </p:cNvPr>
          <p:cNvSpPr/>
          <p:nvPr/>
        </p:nvSpPr>
        <p:spPr>
          <a:xfrm>
            <a:off x="120364" y="213305"/>
            <a:ext cx="2590043" cy="246617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8350811-000F-DE1B-0BE4-73B04C641AEB}"/>
              </a:ext>
            </a:extLst>
          </p:cNvPr>
          <p:cNvSpPr/>
          <p:nvPr/>
        </p:nvSpPr>
        <p:spPr>
          <a:xfrm>
            <a:off x="427117" y="15637"/>
            <a:ext cx="1946189" cy="53643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Loaded Spuds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Fries, Tots, or Homes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051C92-4284-838A-F3C6-72693CF4A8E0}"/>
              </a:ext>
            </a:extLst>
          </p:cNvPr>
          <p:cNvSpPr txBox="1"/>
          <p:nvPr/>
        </p:nvSpPr>
        <p:spPr>
          <a:xfrm>
            <a:off x="215813" y="598640"/>
            <a:ext cx="2494594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Bacon &amp;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Country Style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endParaRPr lang="en-US" sz="8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Philly Style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endParaRPr lang="en-US" sz="10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BBQ Pulled Pork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Supreme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C07D45-083F-7688-8BE5-1EE0410D45B9}"/>
              </a:ext>
            </a:extLst>
          </p:cNvPr>
          <p:cNvSpPr txBox="1"/>
          <p:nvPr/>
        </p:nvSpPr>
        <p:spPr>
          <a:xfrm>
            <a:off x="266237" y="2235051"/>
            <a:ext cx="23214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Beef, cheese, onion, pepper, salsa,</a:t>
            </a:r>
            <a:br>
              <a:rPr lang="en-US" sz="1100" i="1" dirty="0"/>
            </a:br>
            <a:r>
              <a:rPr lang="en-US" sz="1100" i="1" dirty="0"/>
              <a:t>sour cream, &amp; jalapeños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F5051D-B9F6-423F-B166-236DD1FED654}"/>
              </a:ext>
            </a:extLst>
          </p:cNvPr>
          <p:cNvSpPr txBox="1"/>
          <p:nvPr/>
        </p:nvSpPr>
        <p:spPr>
          <a:xfrm>
            <a:off x="255069" y="1116244"/>
            <a:ext cx="216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Smothered in sausage gravy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BC2F80-F908-5A1A-AB7D-8CDAD076F2AD}"/>
              </a:ext>
            </a:extLst>
          </p:cNvPr>
          <p:cNvSpPr txBox="1"/>
          <p:nvPr/>
        </p:nvSpPr>
        <p:spPr>
          <a:xfrm>
            <a:off x="3764727" y="5295516"/>
            <a:ext cx="16001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Choose your Sharables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1A52CF-52EF-631D-CECC-89926FD1B0C9}"/>
              </a:ext>
            </a:extLst>
          </p:cNvPr>
          <p:cNvSpPr txBox="1"/>
          <p:nvPr/>
        </p:nvSpPr>
        <p:spPr>
          <a:xfrm>
            <a:off x="213501" y="1520494"/>
            <a:ext cx="25657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Shaved steak, onions, peppers, cheese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C107A17-8992-1A56-FB49-E7A04E1F44F6}"/>
              </a:ext>
            </a:extLst>
          </p:cNvPr>
          <p:cNvSpPr/>
          <p:nvPr/>
        </p:nvSpPr>
        <p:spPr>
          <a:xfrm>
            <a:off x="134055" y="2910821"/>
            <a:ext cx="2590043" cy="18695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0505659-C22D-C38D-122F-0E67C3DB1027}"/>
              </a:ext>
            </a:extLst>
          </p:cNvPr>
          <p:cNvSpPr/>
          <p:nvPr/>
        </p:nvSpPr>
        <p:spPr>
          <a:xfrm>
            <a:off x="415804" y="2758097"/>
            <a:ext cx="1946189" cy="34888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Nachos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E204B7-5A1A-9BB7-4759-9AFC8D5F1060}"/>
              </a:ext>
            </a:extLst>
          </p:cNvPr>
          <p:cNvSpPr txBox="1"/>
          <p:nvPr/>
        </p:nvSpPr>
        <p:spPr>
          <a:xfrm>
            <a:off x="205952" y="3160047"/>
            <a:ext cx="2480166" cy="6488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2 Layers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15.00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3 Layers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19.00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CB1738-5E21-1D22-7431-7B956846B2BD}"/>
              </a:ext>
            </a:extLst>
          </p:cNvPr>
          <p:cNvSpPr txBox="1"/>
          <p:nvPr/>
        </p:nvSpPr>
        <p:spPr>
          <a:xfrm>
            <a:off x="233727" y="3806326"/>
            <a:ext cx="245239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cs typeface="Forte Forward" pitchFamily="2" charset="0"/>
              </a:rPr>
              <a:t>Multiple layers of homemade tortilla chips, hamburger, cheese, salsa, and refried beans; topped with lettuce, tomato, guacamole, sour cream, and jalapeños.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8346C91-BEBF-F7BE-0B42-D47020CD7FA4}"/>
              </a:ext>
            </a:extLst>
          </p:cNvPr>
          <p:cNvCxnSpPr>
            <a:cxnSpLocks/>
          </p:cNvCxnSpPr>
          <p:nvPr/>
        </p:nvCxnSpPr>
        <p:spPr>
          <a:xfrm>
            <a:off x="6664636" y="5049356"/>
            <a:ext cx="2421927" cy="0"/>
          </a:xfrm>
          <a:prstGeom prst="line">
            <a:avLst/>
          </a:prstGeom>
          <a:ln w="28575">
            <a:solidFill>
              <a:srgbClr val="EE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6">
            <a:extLst>
              <a:ext uri="{FF2B5EF4-FFF2-40B4-BE49-F238E27FC236}">
                <a16:creationId xmlns:a16="http://schemas.microsoft.com/office/drawing/2014/main" id="{7DA950FB-74FB-74D7-98E9-EBC401217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5624" y="5154762"/>
            <a:ext cx="2421927" cy="1523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defTabSz="685800" eaLnBrk="0" fontAlgn="base" hangingPunct="0">
              <a:spcBef>
                <a:spcPct val="0"/>
              </a:spcBef>
              <a:spcAft>
                <a:spcPts val="300"/>
              </a:spcAft>
            </a:pPr>
            <a:r>
              <a:rPr lang="en-US" altLang="en-US" sz="1200" b="1" dirty="0">
                <a:latin typeface="Berlin Sans FB Demi" panose="020E0802020502020306" pitchFamily="34" charset="0"/>
                <a:cs typeface="Times New Roman" panose="02020603050405020304" pitchFamily="18" charset="0"/>
              </a:rPr>
              <a:t>You can also join us for 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b="1" dirty="0">
                <a:latin typeface="Berlin Sans FB Demi" panose="020E0802020502020306" pitchFamily="34" charset="0"/>
                <a:cs typeface="Times New Roman" panose="02020603050405020304" pitchFamily="18" charset="0"/>
              </a:rPr>
              <a:t>Breakfast and Lunch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6:30 AM – 2 PM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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Mon – Fri</a:t>
            </a:r>
            <a:endParaRPr lang="en-US" altLang="en-US" sz="1200" dirty="0">
              <a:latin typeface="Berlin Sans FB Demi" panose="020E0802020502020306" pitchFamily="34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6:00 AM – 1 PM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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Saturday</a:t>
            </a:r>
            <a:endParaRPr lang="en-US" altLang="en-US" sz="1200" dirty="0">
              <a:latin typeface="Berlin Sans FB Demi" panose="020E0802020502020306" pitchFamily="34" charset="0"/>
            </a:endParaRP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7:00 AM – 1 PM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6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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1200" b="1" dirty="0">
                <a:latin typeface="Berlin Sans FB Demi" panose="020E0802020502020306" pitchFamily="34" charset="0"/>
                <a:ea typeface="Aptos" panose="020B000402020202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Sunday</a:t>
            </a:r>
          </a:p>
          <a:p>
            <a:pPr algn="ctr" defTabSz="685800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lang="en-US" altLang="en-US" sz="1200" dirty="0">
                <a:latin typeface="Berlin Sans FB Demi" panose="020E0802020502020306" pitchFamily="34" charset="0"/>
              </a:rPr>
              <a:t>219 Main St., Nashua, NH 03060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9D5A67E0-8084-12ED-E5AB-5AFAAE1A72B6}"/>
              </a:ext>
            </a:extLst>
          </p:cNvPr>
          <p:cNvSpPr/>
          <p:nvPr/>
        </p:nvSpPr>
        <p:spPr>
          <a:xfrm>
            <a:off x="100647" y="5098090"/>
            <a:ext cx="2623451" cy="165265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DAD4424-E441-75BA-A0AC-57A25A97A67E}"/>
              </a:ext>
            </a:extLst>
          </p:cNvPr>
          <p:cNvSpPr/>
          <p:nvPr/>
        </p:nvSpPr>
        <p:spPr>
          <a:xfrm>
            <a:off x="433197" y="4892850"/>
            <a:ext cx="1946189" cy="43149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Forte Forward" pitchFamily="2" charset="0"/>
                <a:cs typeface="Forte Forward" pitchFamily="2" charset="0"/>
              </a:rPr>
              <a:t>Quesadillas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Served with Sour Cream &amp; Salsa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663958-D8D6-EC6C-57C6-228DA15B77E8}"/>
              </a:ext>
            </a:extLst>
          </p:cNvPr>
          <p:cNvSpPr txBox="1"/>
          <p:nvPr/>
        </p:nvSpPr>
        <p:spPr>
          <a:xfrm>
            <a:off x="172543" y="5311936"/>
            <a:ext cx="2430474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7.00</a:t>
            </a:r>
          </a:p>
          <a:p>
            <a:pPr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9.50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endParaRPr lang="en-US" sz="9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Pulled Pork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Steak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A9B2C0-D569-C10D-1DD8-E38B176172AD}"/>
              </a:ext>
            </a:extLst>
          </p:cNvPr>
          <p:cNvSpPr txBox="1"/>
          <p:nvPr/>
        </p:nvSpPr>
        <p:spPr>
          <a:xfrm>
            <a:off x="265919" y="5827983"/>
            <a:ext cx="24581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Grilled, fried, or buffalo style (+$1.00)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E3D7F79-8FF0-69E6-0384-FEAB13B476E7}"/>
              </a:ext>
            </a:extLst>
          </p:cNvPr>
          <p:cNvSpPr/>
          <p:nvPr/>
        </p:nvSpPr>
        <p:spPr>
          <a:xfrm>
            <a:off x="400071" y="6596131"/>
            <a:ext cx="2091928" cy="25340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cs typeface="Forte Forward" pitchFamily="2" charset="0"/>
              </a:rPr>
              <a:t>Gluten-Free Tortillas (+$1.50)</a:t>
            </a:r>
          </a:p>
        </p:txBody>
      </p:sp>
    </p:spTree>
    <p:extLst>
      <p:ext uri="{BB962C8B-B14F-4D97-AF65-F5344CB8AC3E}">
        <p14:creationId xmlns:p14="http://schemas.microsoft.com/office/powerpoint/2010/main" val="208771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DC06E75-B959-94D3-DD9E-98C4A05FB8D3}"/>
              </a:ext>
            </a:extLst>
          </p:cNvPr>
          <p:cNvSpPr/>
          <p:nvPr/>
        </p:nvSpPr>
        <p:spPr>
          <a:xfrm>
            <a:off x="6432350" y="62000"/>
            <a:ext cx="2569775" cy="676485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96421C-14E5-042A-6749-E1C3F7700750}"/>
              </a:ext>
            </a:extLst>
          </p:cNvPr>
          <p:cNvSpPr/>
          <p:nvPr/>
        </p:nvSpPr>
        <p:spPr>
          <a:xfrm>
            <a:off x="137760" y="260130"/>
            <a:ext cx="2601511" cy="351937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EE4C60-BBFB-13C6-BFBD-C7CA16146B54}"/>
              </a:ext>
            </a:extLst>
          </p:cNvPr>
          <p:cNvSpPr/>
          <p:nvPr/>
        </p:nvSpPr>
        <p:spPr>
          <a:xfrm>
            <a:off x="367649" y="64599"/>
            <a:ext cx="1946189" cy="45368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Steakburgers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Served with seasoned French fries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149341-FB3E-A90A-C195-4E0136D3E863}"/>
              </a:ext>
            </a:extLst>
          </p:cNvPr>
          <p:cNvSpPr txBox="1"/>
          <p:nvPr/>
        </p:nvSpPr>
        <p:spPr>
          <a:xfrm>
            <a:off x="201841" y="904547"/>
            <a:ext cx="260258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Steakburger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15.00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Burger w/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17.00</a:t>
            </a:r>
          </a:p>
          <a:p>
            <a:pPr>
              <a:spcAft>
                <a:spcPts val="10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California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18.50</a:t>
            </a:r>
          </a:p>
          <a:p>
            <a:pPr>
              <a:spcAft>
                <a:spcPts val="10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Boston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18.00</a:t>
            </a:r>
          </a:p>
          <a:p>
            <a:pPr>
              <a:spcAft>
                <a:spcPts val="10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Bourbon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18.50</a:t>
            </a:r>
          </a:p>
          <a:p>
            <a:pPr>
              <a:spcAft>
                <a:spcPts val="10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Maddie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19.00</a:t>
            </a:r>
          </a:p>
          <a:p>
            <a:pPr>
              <a:spcAft>
                <a:spcPts val="225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Veggie Burger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19.00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433282-6833-247E-F139-9A46C3AD5E5C}"/>
              </a:ext>
            </a:extLst>
          </p:cNvPr>
          <p:cNvSpPr/>
          <p:nvPr/>
        </p:nvSpPr>
        <p:spPr>
          <a:xfrm>
            <a:off x="3276234" y="315310"/>
            <a:ext cx="2665529" cy="205335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D15409D-D6F6-BD43-77B2-2484B7907012}"/>
              </a:ext>
            </a:extLst>
          </p:cNvPr>
          <p:cNvSpPr/>
          <p:nvPr/>
        </p:nvSpPr>
        <p:spPr>
          <a:xfrm>
            <a:off x="3449173" y="62000"/>
            <a:ext cx="2265827" cy="57727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Entrées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Served with 2 choices of beans, fries, vegetable medley, slaw, or a side salad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6CD4D4-2638-98D8-12BC-4202FE13297E}"/>
              </a:ext>
            </a:extLst>
          </p:cNvPr>
          <p:cNvSpPr txBox="1"/>
          <p:nvPr/>
        </p:nvSpPr>
        <p:spPr>
          <a:xfrm>
            <a:off x="3378075" y="639915"/>
            <a:ext cx="2658657" cy="164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 tenders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16.00</a:t>
            </a:r>
          </a:p>
          <a:p>
            <a:pPr>
              <a:spcAft>
                <a:spcPts val="45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Ham (steak)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14.75</a:t>
            </a:r>
          </a:p>
          <a:p>
            <a:pPr>
              <a:spcAft>
                <a:spcPts val="45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Meatloaf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18.00</a:t>
            </a:r>
          </a:p>
          <a:p>
            <a:pPr>
              <a:spcAft>
                <a:spcPts val="3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Pork Chops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18.75</a:t>
            </a:r>
          </a:p>
          <a:p>
            <a:pPr>
              <a:spcAft>
                <a:spcPts val="300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Steak Tips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22.00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F472AF-035E-D036-1678-69FCD0A4567D}"/>
              </a:ext>
            </a:extLst>
          </p:cNvPr>
          <p:cNvSpPr/>
          <p:nvPr/>
        </p:nvSpPr>
        <p:spPr>
          <a:xfrm>
            <a:off x="139269" y="4277682"/>
            <a:ext cx="2610010" cy="253685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ADDFB0-3616-EE3F-A2DE-8201B3340885}"/>
              </a:ext>
            </a:extLst>
          </p:cNvPr>
          <p:cNvSpPr/>
          <p:nvPr/>
        </p:nvSpPr>
        <p:spPr>
          <a:xfrm>
            <a:off x="473278" y="4112141"/>
            <a:ext cx="1946189" cy="43731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Salads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Served with dressing &amp; croutons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AD0636-A647-FD2C-EFE8-146CE89FBE8B}"/>
              </a:ext>
            </a:extLst>
          </p:cNvPr>
          <p:cNvSpPr txBox="1"/>
          <p:nvPr/>
        </p:nvSpPr>
        <p:spPr>
          <a:xfrm>
            <a:off x="199897" y="4573101"/>
            <a:ext cx="2610010" cy="20415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13.50</a:t>
            </a:r>
          </a:p>
          <a:p>
            <a:pPr>
              <a:spcAft>
                <a:spcPts val="12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Caesar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9.00</a:t>
            </a:r>
          </a:p>
          <a:p>
            <a:pPr>
              <a:spcAft>
                <a:spcPts val="12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Chef’s SUPER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21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Greek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300"/>
              </a:spcAft>
              <a:tabLst>
                <a:tab pos="258763" algn="l"/>
                <a:tab pos="18288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House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14.00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A848FD4-79B0-D3D8-BA3B-1F8D6C24B74E}"/>
              </a:ext>
            </a:extLst>
          </p:cNvPr>
          <p:cNvSpPr/>
          <p:nvPr/>
        </p:nvSpPr>
        <p:spPr>
          <a:xfrm>
            <a:off x="6442534" y="260130"/>
            <a:ext cx="2559591" cy="327143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1D754F7-E01E-6BEE-4931-3D3F0DB78574}"/>
              </a:ext>
            </a:extLst>
          </p:cNvPr>
          <p:cNvSpPr/>
          <p:nvPr/>
        </p:nvSpPr>
        <p:spPr>
          <a:xfrm>
            <a:off x="6681948" y="62000"/>
            <a:ext cx="1946189" cy="431497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Sammies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Hot Sandwiches served with Fries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54490D-D77D-E194-AD34-E2AE95102AA1}"/>
              </a:ext>
            </a:extLst>
          </p:cNvPr>
          <p:cNvSpPr txBox="1"/>
          <p:nvPr/>
        </p:nvSpPr>
        <p:spPr>
          <a:xfrm>
            <a:off x="6514430" y="501196"/>
            <a:ext cx="2494594" cy="28443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Grilled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10.00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Bacon Melt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Ham Melt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Tuna Melt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BBQ Pulled Pork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14.50</a:t>
            </a:r>
          </a:p>
          <a:p>
            <a:pPr>
              <a:spcAft>
                <a:spcPts val="16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Philly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14.50</a:t>
            </a:r>
          </a:p>
          <a:p>
            <a:pPr>
              <a:spcAft>
                <a:spcPts val="16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Reuben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14.50</a:t>
            </a:r>
          </a:p>
          <a:p>
            <a:pPr>
              <a:spcAft>
                <a:spcPts val="3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13.50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1DC7BBF-82E7-6781-3FBA-070B74B40A2D}"/>
              </a:ext>
            </a:extLst>
          </p:cNvPr>
          <p:cNvSpPr/>
          <p:nvPr/>
        </p:nvSpPr>
        <p:spPr>
          <a:xfrm>
            <a:off x="6444847" y="3863040"/>
            <a:ext cx="2557278" cy="22104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3D353E8-0AE3-7492-D058-7A381321B809}"/>
              </a:ext>
            </a:extLst>
          </p:cNvPr>
          <p:cNvSpPr/>
          <p:nvPr/>
        </p:nvSpPr>
        <p:spPr>
          <a:xfrm>
            <a:off x="6681948" y="3639776"/>
            <a:ext cx="1946189" cy="431497"/>
          </a:xfrm>
          <a:prstGeom prst="roundRect">
            <a:avLst/>
          </a:prstGeom>
          <a:solidFill>
            <a:srgbClr val="2195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Sammies</a:t>
            </a:r>
          </a:p>
          <a:p>
            <a:pPr algn="ctr"/>
            <a:r>
              <a:rPr lang="en-US" sz="900" dirty="0">
                <a:cs typeface="Forte Forward" pitchFamily="2" charset="0"/>
              </a:rPr>
              <a:t>Cold Sandwiches served with Fries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29E263-6A1C-5C54-9C38-E403413E9BFE}"/>
              </a:ext>
            </a:extLst>
          </p:cNvPr>
          <p:cNvSpPr txBox="1"/>
          <p:nvPr/>
        </p:nvSpPr>
        <p:spPr>
          <a:xfrm>
            <a:off x="6529457" y="4116429"/>
            <a:ext cx="2464136" cy="18646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Ham &amp;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Turkey &amp; Cheese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BLT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13.50</a:t>
            </a:r>
          </a:p>
          <a:p>
            <a:pPr>
              <a:spcAft>
                <a:spcPts val="45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13.00</a:t>
            </a:r>
          </a:p>
          <a:p>
            <a:pPr>
              <a:spcAft>
                <a:spcPts val="3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Egg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  <a:p>
            <a:pPr>
              <a:spcAft>
                <a:spcPts val="300"/>
              </a:spcAft>
              <a:tabLst>
                <a:tab pos="259556" algn="l"/>
                <a:tab pos="1714500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Tuna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11.00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7B72EA-A222-5B15-9FEF-27C4872D18B7}"/>
              </a:ext>
            </a:extLst>
          </p:cNvPr>
          <p:cNvSpPr txBox="1"/>
          <p:nvPr/>
        </p:nvSpPr>
        <p:spPr>
          <a:xfrm>
            <a:off x="303032" y="1663009"/>
            <a:ext cx="2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Avocado, egg, &amp; cheese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446CA8-2675-BB5D-C693-39EEC18CFF9F}"/>
              </a:ext>
            </a:extLst>
          </p:cNvPr>
          <p:cNvSpPr txBox="1"/>
          <p:nvPr/>
        </p:nvSpPr>
        <p:spPr>
          <a:xfrm>
            <a:off x="303032" y="2054125"/>
            <a:ext cx="2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Over-medium egg, &amp; cheese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EA974D-7360-B68E-4E76-B2E6CCF2290A}"/>
              </a:ext>
            </a:extLst>
          </p:cNvPr>
          <p:cNvSpPr txBox="1"/>
          <p:nvPr/>
        </p:nvSpPr>
        <p:spPr>
          <a:xfrm>
            <a:off x="303032" y="2428412"/>
            <a:ext cx="23218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Bacon, bourbon BBQ, &amp; mozzarella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92FAD4-231F-20D7-A75A-298D791A6ABD}"/>
              </a:ext>
            </a:extLst>
          </p:cNvPr>
          <p:cNvSpPr txBox="1"/>
          <p:nvPr/>
        </p:nvSpPr>
        <p:spPr>
          <a:xfrm>
            <a:off x="367649" y="2826356"/>
            <a:ext cx="24144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Bacon, BBQ, onion ring, &amp; cheese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51F239-80C6-2438-ACE7-C8A4F9470AB0}"/>
              </a:ext>
            </a:extLst>
          </p:cNvPr>
          <p:cNvSpPr txBox="1"/>
          <p:nvPr/>
        </p:nvSpPr>
        <p:spPr>
          <a:xfrm>
            <a:off x="280102" y="3235775"/>
            <a:ext cx="2214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Black bean patty with avocado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0050FB5-2F61-30CD-1F9C-0A31FB065906}"/>
              </a:ext>
            </a:extLst>
          </p:cNvPr>
          <p:cNvSpPr/>
          <p:nvPr/>
        </p:nvSpPr>
        <p:spPr>
          <a:xfrm>
            <a:off x="465395" y="3492658"/>
            <a:ext cx="1946189" cy="286850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cs typeface="Forte Forward" pitchFamily="2" charset="0"/>
              </a:rPr>
              <a:t>American, cheddar, pepper jack,</a:t>
            </a:r>
            <a:br>
              <a:rPr lang="en-US" sz="900" dirty="0">
                <a:cs typeface="Forte Forward" pitchFamily="2" charset="0"/>
              </a:rPr>
            </a:br>
            <a:r>
              <a:rPr lang="en-US" sz="900" dirty="0">
                <a:cs typeface="Forte Forward" pitchFamily="2" charset="0"/>
              </a:rPr>
              <a:t>mozzarella, provolone, or Swiss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B4CB3A-EFF5-C1ED-83B5-9AAC36708DD9}"/>
              </a:ext>
            </a:extLst>
          </p:cNvPr>
          <p:cNvSpPr txBox="1"/>
          <p:nvPr/>
        </p:nvSpPr>
        <p:spPr>
          <a:xfrm>
            <a:off x="3351718" y="863213"/>
            <a:ext cx="2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Make it buffalo style (+$1.00)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A7B6CC1-C257-1D8E-0698-151E5253F77C}"/>
              </a:ext>
            </a:extLst>
          </p:cNvPr>
          <p:cNvSpPr/>
          <p:nvPr/>
        </p:nvSpPr>
        <p:spPr>
          <a:xfrm>
            <a:off x="6730659" y="6168078"/>
            <a:ext cx="1946189" cy="646461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cs typeface="Forte Forward" pitchFamily="2" charset="0"/>
              </a:rPr>
              <a:t>Make it a club +$3.00</a:t>
            </a:r>
            <a:br>
              <a:rPr lang="en-US" sz="1100" dirty="0">
                <a:cs typeface="Forte Forward" pitchFamily="2" charset="0"/>
              </a:rPr>
            </a:br>
            <a:r>
              <a:rPr lang="en-US" sz="1100" dirty="0">
                <a:cs typeface="Forte Forward" pitchFamily="2" charset="0"/>
              </a:rPr>
              <a:t>Make it a sub +3.00</a:t>
            </a:r>
          </a:p>
          <a:p>
            <a:pPr algn="ctr"/>
            <a:r>
              <a:rPr lang="en-US" sz="1100" dirty="0">
                <a:cs typeface="Forte Forward" pitchFamily="2" charset="0"/>
              </a:rPr>
              <a:t>Make it a wrap +$0.00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428939-F1F6-AA8A-6059-DA36A6C68ACA}"/>
              </a:ext>
            </a:extLst>
          </p:cNvPr>
          <p:cNvSpPr txBox="1"/>
          <p:nvPr/>
        </p:nvSpPr>
        <p:spPr>
          <a:xfrm>
            <a:off x="6663465" y="3123652"/>
            <a:ext cx="24726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Grilled or fried; </a:t>
            </a:r>
            <a:br>
              <a:rPr lang="en-US" sz="1100" i="1" dirty="0"/>
            </a:br>
            <a:r>
              <a:rPr lang="en-US" sz="1100" i="1" dirty="0"/>
              <a:t>make it buffalo style (+$1.00)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C49610-922F-D1E5-A004-AE5FF666ED0B}"/>
              </a:ext>
            </a:extLst>
          </p:cNvPr>
          <p:cNvSpPr txBox="1"/>
          <p:nvPr/>
        </p:nvSpPr>
        <p:spPr>
          <a:xfrm>
            <a:off x="281227" y="4819535"/>
            <a:ext cx="2435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Grilled or fried; buffalo style (+$1.00)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1BAA35-56DC-7607-A379-741BD2F42F11}"/>
              </a:ext>
            </a:extLst>
          </p:cNvPr>
          <p:cNvSpPr txBox="1"/>
          <p:nvPr/>
        </p:nvSpPr>
        <p:spPr>
          <a:xfrm>
            <a:off x="281227" y="5195670"/>
            <a:ext cx="2435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Parmesan cheese &amp; Caesar dressing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B78F99-C367-7CB0-7295-A88A7751C4B4}"/>
              </a:ext>
            </a:extLst>
          </p:cNvPr>
          <p:cNvSpPr txBox="1"/>
          <p:nvPr/>
        </p:nvSpPr>
        <p:spPr>
          <a:xfrm>
            <a:off x="281227" y="5617785"/>
            <a:ext cx="20881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Loaded with ham, turkey, &amp; egg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6B3176-61F2-2162-0F42-F07AB44FDE39}"/>
              </a:ext>
            </a:extLst>
          </p:cNvPr>
          <p:cNvSpPr txBox="1"/>
          <p:nvPr/>
        </p:nvSpPr>
        <p:spPr>
          <a:xfrm>
            <a:off x="281227" y="5964169"/>
            <a:ext cx="22135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peppers, pepperoncini, kalamata olives, feta cheese, &amp; egg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AF1883-D9EB-8116-EF1C-1B34BC335D87}"/>
              </a:ext>
            </a:extLst>
          </p:cNvPr>
          <p:cNvSpPr txBox="1"/>
          <p:nvPr/>
        </p:nvSpPr>
        <p:spPr>
          <a:xfrm>
            <a:off x="281227" y="6497229"/>
            <a:ext cx="23436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Lettuce, tomato, onion, &amp; cheese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FA09B3-4343-7BA9-10CE-CAC05EABD7E5}"/>
              </a:ext>
            </a:extLst>
          </p:cNvPr>
          <p:cNvSpPr txBox="1"/>
          <p:nvPr/>
        </p:nvSpPr>
        <p:spPr>
          <a:xfrm>
            <a:off x="6661104" y="2674065"/>
            <a:ext cx="1959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Corned Beef, Sauerkraut, 1000 Island Dressing, &amp; Swiss cheese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D8D3C-2428-630A-537B-5C9405891B28}"/>
              </a:ext>
            </a:extLst>
          </p:cNvPr>
          <p:cNvSpPr txBox="1"/>
          <p:nvPr/>
        </p:nvSpPr>
        <p:spPr>
          <a:xfrm>
            <a:off x="6646776" y="2250527"/>
            <a:ext cx="19591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Shaved Steak, Peppers, Onion, &amp; Provolone cheese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416B3D-CEB9-AFD2-99B9-0366FDA09C7C}"/>
              </a:ext>
            </a:extLst>
          </p:cNvPr>
          <p:cNvSpPr/>
          <p:nvPr/>
        </p:nvSpPr>
        <p:spPr>
          <a:xfrm>
            <a:off x="3253524" y="2674065"/>
            <a:ext cx="2688240" cy="415278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B5649A-40A6-0920-04D0-C4569383FE67}"/>
              </a:ext>
            </a:extLst>
          </p:cNvPr>
          <p:cNvSpPr/>
          <p:nvPr/>
        </p:nvSpPr>
        <p:spPr>
          <a:xfrm>
            <a:off x="3601108" y="2499048"/>
            <a:ext cx="1946189" cy="35003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spc="225" dirty="0">
                <a:latin typeface="Forte Forward" pitchFamily="2" charset="0"/>
                <a:cs typeface="Forte Forward" pitchFamily="2" charset="0"/>
              </a:rPr>
              <a:t>Sharables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2D7E9F-99DB-80CB-B979-88D4F187D9D5}"/>
              </a:ext>
            </a:extLst>
          </p:cNvPr>
          <p:cNvSpPr txBox="1"/>
          <p:nvPr/>
        </p:nvSpPr>
        <p:spPr>
          <a:xfrm>
            <a:off x="3365832" y="2851644"/>
            <a:ext cx="2625764" cy="3929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Chicken Tenders</a:t>
            </a:r>
            <a:r>
              <a:rPr lang="en-US" sz="1350" dirty="0">
                <a:latin typeface="Berlin Sans FB Demi" panose="020E0802020502020306" pitchFamily="34" charset="0"/>
              </a:rPr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6.00</a:t>
            </a:r>
            <a:endParaRPr lang="en-US" sz="1600" dirty="0"/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endParaRPr lang="en-US" sz="9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Chips &amp; Guac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6.50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Chips &amp; Salsa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4.50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Coleslaw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2.50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French Fries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3.75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Home Fries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3.75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Onion Rings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4.75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Potato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3.00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Poutine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6.00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endParaRPr lang="en-US" sz="9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Side Salad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4.00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Tater Tots</a:t>
            </a:r>
            <a:r>
              <a:rPr lang="en-US" sz="1600" dirty="0"/>
              <a:t>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4.25</a:t>
            </a:r>
          </a:p>
          <a:p>
            <a:pPr>
              <a:spcAft>
                <a:spcPts val="225"/>
              </a:spcAft>
              <a:tabLst>
                <a:tab pos="258763" algn="l"/>
                <a:tab pos="1766888" algn="l"/>
              </a:tabLst>
            </a:pPr>
            <a:r>
              <a:rPr lang="en-US" sz="1600" dirty="0">
                <a:latin typeface="Berlin Sans FB Demi" panose="020E0802020502020306" pitchFamily="34" charset="0"/>
              </a:rPr>
              <a:t>Wings	</a:t>
            </a:r>
            <a:r>
              <a:rPr lang="en-US" sz="1600" baseline="30000" dirty="0">
                <a:solidFill>
                  <a:srgbClr val="0070C0"/>
                </a:solidFill>
                <a:latin typeface="Berlin Sans FB Demi" panose="020E0802020502020306" pitchFamily="34" charset="0"/>
              </a:rPr>
              <a:t>$</a:t>
            </a:r>
            <a:r>
              <a:rPr lang="en-US" sz="1600" dirty="0">
                <a:solidFill>
                  <a:srgbClr val="0070C0"/>
                </a:solidFill>
                <a:latin typeface="Berlin Sans FB Demi" panose="020E0802020502020306" pitchFamily="34" charset="0"/>
              </a:rPr>
              <a:t>6.00</a:t>
            </a:r>
            <a:endParaRPr lang="en-US" sz="1600" dirty="0">
              <a:latin typeface="Berlin Sans FB Demi" panose="020E0802020502020306" pitchFamily="34" charset="0"/>
            </a:endParaRPr>
          </a:p>
          <a:p>
            <a:pPr>
              <a:spcAft>
                <a:spcPts val="225"/>
              </a:spcAft>
              <a:tabLst>
                <a:tab pos="258763" algn="l"/>
                <a:tab pos="1884363" algn="l"/>
              </a:tabLst>
            </a:pPr>
            <a:r>
              <a:rPr lang="en-US" sz="900" dirty="0"/>
              <a:t>	</a:t>
            </a:r>
            <a:endParaRPr lang="en-US" sz="1600" dirty="0">
              <a:solidFill>
                <a:srgbClr val="0070C0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505DFF9-C4D0-EF68-141F-926E2FBA5A7C}"/>
              </a:ext>
            </a:extLst>
          </p:cNvPr>
          <p:cNvSpPr txBox="1"/>
          <p:nvPr/>
        </p:nvSpPr>
        <p:spPr>
          <a:xfrm>
            <a:off x="3435499" y="3080781"/>
            <a:ext cx="253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3 pieces; make it buffalo style (+$1.00)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C94EBF-01D9-2052-17D7-834C9F7D5283}"/>
              </a:ext>
            </a:extLst>
          </p:cNvPr>
          <p:cNvSpPr txBox="1"/>
          <p:nvPr/>
        </p:nvSpPr>
        <p:spPr>
          <a:xfrm>
            <a:off x="3378075" y="6395800"/>
            <a:ext cx="25324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4 pieces;</a:t>
            </a:r>
            <a:br>
              <a:rPr lang="en-US" sz="1100" i="1" dirty="0"/>
            </a:br>
            <a:r>
              <a:rPr lang="en-US" sz="1100" i="1" dirty="0"/>
              <a:t>Buffalo, </a:t>
            </a:r>
            <a:r>
              <a:rPr lang="en-US" sz="1100" i="1" dirty="0" err="1"/>
              <a:t>Kickin</a:t>
            </a:r>
            <a:r>
              <a:rPr lang="en-US" sz="1100" i="1" dirty="0"/>
              <a:t>’ Bourbon, or Teriyaki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2D7F1F-B5A8-83A2-5DAB-89362C64FED4}"/>
              </a:ext>
            </a:extLst>
          </p:cNvPr>
          <p:cNvSpPr txBox="1"/>
          <p:nvPr/>
        </p:nvSpPr>
        <p:spPr>
          <a:xfrm>
            <a:off x="3351718" y="5422072"/>
            <a:ext cx="2532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i="1" dirty="0"/>
              <a:t>French fries, brown gravy, &amp; curds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C8515D-F85E-DE09-99CE-6D95B99C43F3}"/>
              </a:ext>
            </a:extLst>
          </p:cNvPr>
          <p:cNvSpPr txBox="1"/>
          <p:nvPr/>
        </p:nvSpPr>
        <p:spPr>
          <a:xfrm>
            <a:off x="329551" y="519555"/>
            <a:ext cx="22315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An 8-ounce sirloin patty, served with lettuce, tomato, &amp; pickle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2665FEF-91BF-289D-1669-903347539809}"/>
              </a:ext>
            </a:extLst>
          </p:cNvPr>
          <p:cNvSpPr/>
          <p:nvPr/>
        </p:nvSpPr>
        <p:spPr>
          <a:xfrm>
            <a:off x="303032" y="3847985"/>
            <a:ext cx="2321882" cy="202755"/>
          </a:xfrm>
          <a:prstGeom prst="roundRect">
            <a:avLst/>
          </a:prstGeom>
          <a:solidFill>
            <a:srgbClr val="2195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cs typeface="Forte Forward" pitchFamily="2" charset="0"/>
              </a:rPr>
              <a:t>Gluten-Free buns, bread, &amp; wraps (+$1.75)</a:t>
            </a:r>
          </a:p>
        </p:txBody>
      </p:sp>
    </p:spTree>
    <p:extLst>
      <p:ext uri="{BB962C8B-B14F-4D97-AF65-F5344CB8AC3E}">
        <p14:creationId xmlns:p14="http://schemas.microsoft.com/office/powerpoint/2010/main" val="3627328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2750</TotalTime>
  <Words>795</Words>
  <Application>Microsoft Office PowerPoint</Application>
  <PresentationFormat>On-screen Show (4:3)</PresentationFormat>
  <Paragraphs>143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Bahnschrift SemiBold Condensed</vt:lpstr>
      <vt:lpstr>Berlin Sans FB Demi</vt:lpstr>
      <vt:lpstr>Forte Forward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L Selby</dc:creator>
  <cp:lastModifiedBy>Joseph L Selby</cp:lastModifiedBy>
  <cp:revision>7</cp:revision>
  <dcterms:created xsi:type="dcterms:W3CDTF">2026-02-05T21:16:30Z</dcterms:created>
  <dcterms:modified xsi:type="dcterms:W3CDTF">2026-02-09T20:26:48Z</dcterms:modified>
</cp:coreProperties>
</file>